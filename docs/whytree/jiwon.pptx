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210" autoAdjust="0"/>
    <p:restoredTop sz="94658"/>
  </p:normalViewPr>
  <p:slideViewPr>
    <p:cSldViewPr snapToGrid="0" snapToObjects="1">
      <p:cViewPr varScale="1">
        <p:scale>
          <a:sx n="51" d="100"/>
          <a:sy n="51" d="100"/>
        </p:scale>
        <p:origin x="39" y="9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6350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2A2E"/>
                </a:solidFill>
                <a:latin typeface="Pretendard"/>
              </a:rPr>
              <a:t>WhyTree 템플릿 사용법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460500"/>
            <a:ext cx="8001000" cy="2228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이름이나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별명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날짜</a:t>
            </a:r>
            <a:r>
              <a:rPr lang="ko-KR" altLang="en-US"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먼저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씁니다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나중에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우리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</a:t>
            </a:r>
            <a:r>
              <a:rPr lang="ko-KR" altLang="en-US"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중에 먼저 생각나는 다섯가지를 씨앗으로 적습니다</a:t>
            </a:r>
            <a:r>
              <a:rPr lang="en-US" altLang="ko-KR"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300" dirty="0">
              <a:solidFill>
                <a:srgbClr val="1F2A2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갈수록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본질적인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(why)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물으며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올라갑니다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않지만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찾은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그립니다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아래에서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향합니다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en-US" sz="1300" dirty="0">
              <a:solidFill>
                <a:srgbClr val="1F2A2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복사한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끝을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상자의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붙입니다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상자에는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짧은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명사구로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씁니다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"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줄이기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실선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부가적인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why는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점선으로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연결합니다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342900" indent="-342900" algn="l">
              <a:lnSpc>
                <a:spcPct val="125000"/>
              </a:lnSpc>
              <a:buFont typeface="+mj-lt"/>
              <a:buAutoNum type="arabicPeriod"/>
            </a:pP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대상에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갈라지면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누구를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위한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WhyTree인지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300" dirty="0" err="1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적습니다</a:t>
            </a:r>
            <a:r>
              <a:rPr sz="1300" dirty="0">
                <a:solidFill>
                  <a:srgbClr val="1F2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98000" y="1460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F2A2E"/>
                </a:solidFill>
                <a:latin typeface="Pretendard"/>
              </a:rPr>
              <a:t>상자와 화살표</a:t>
            </a:r>
          </a:p>
        </p:txBody>
      </p:sp>
      <p:sp>
        <p:nvSpPr>
          <p:cNvPr id="5" name="견본: 상자"/>
          <p:cNvSpPr/>
          <p:nvPr/>
        </p:nvSpPr>
        <p:spPr>
          <a:xfrm>
            <a:off x="9398000" y="17716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상자</a:t>
            </a:r>
          </a:p>
        </p:txBody>
      </p:sp>
      <p:sp>
        <p:nvSpPr>
          <p:cNvPr id="6" name="견본: 씨앗"/>
          <p:cNvSpPr/>
          <p:nvPr/>
        </p:nvSpPr>
        <p:spPr>
          <a:xfrm>
            <a:off x="9398000" y="22161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 dirty="0" err="1">
                <a:solidFill>
                  <a:srgbClr val="1F2A2E"/>
                </a:solidFill>
                <a:latin typeface="Pretendard"/>
              </a:rPr>
              <a:t>씨앗</a:t>
            </a:r>
            <a:r>
              <a:rPr sz="1100" b="1" dirty="0">
                <a:solidFill>
                  <a:srgbClr val="1F2A2E"/>
                </a:solidFill>
                <a:latin typeface="Pretendard"/>
              </a:rPr>
              <a:t> (</a:t>
            </a:r>
            <a:r>
              <a:rPr lang="ko-KR" altLang="en-US" sz="1100" b="1" dirty="0">
                <a:solidFill>
                  <a:srgbClr val="1F2A2E"/>
                </a:solidFill>
                <a:latin typeface="Pretendard"/>
              </a:rPr>
              <a:t>먼저 생각나는 </a:t>
            </a:r>
            <a:r>
              <a:rPr sz="1100" b="1" dirty="0" err="1">
                <a:solidFill>
                  <a:srgbClr val="1F2A2E"/>
                </a:solidFill>
                <a:latin typeface="Pretendard"/>
              </a:rPr>
              <a:t>일</a:t>
            </a:r>
            <a:r>
              <a:rPr sz="1100" b="1" dirty="0">
                <a:solidFill>
                  <a:srgbClr val="1F2A2E"/>
                </a:solidFill>
                <a:latin typeface="Pretendard"/>
              </a:rPr>
              <a:t>)</a:t>
            </a:r>
          </a:p>
        </p:txBody>
      </p:sp>
      <p:sp>
        <p:nvSpPr>
          <p:cNvPr id="7" name="견본: 아직 하지 않는 일 (점선)"/>
          <p:cNvSpPr/>
          <p:nvPr/>
        </p:nvSpPr>
        <p:spPr>
          <a:xfrm>
            <a:off x="9398000" y="2660650"/>
            <a:ext cx="1651000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100" b="1">
                <a:solidFill>
                  <a:srgbClr val="1F2A2E"/>
                </a:solidFill>
                <a:latin typeface="Pretendard"/>
              </a:rPr>
              <a:t>아직 하지 않는 일</a:t>
            </a:r>
          </a:p>
        </p:txBody>
      </p:sp>
      <p:sp>
        <p:nvSpPr>
          <p:cNvPr id="8" name="견본: 실선 위"/>
          <p:cNvSpPr/>
          <p:nvPr/>
        </p:nvSpPr>
        <p:spPr>
          <a:xfrm>
            <a:off x="9461500" y="31559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why</a:t>
            </a:r>
          </a:p>
        </p:txBody>
      </p:sp>
      <p:sp>
        <p:nvSpPr>
          <p:cNvPr id="9" name="견본: 실선 아래"/>
          <p:cNvSpPr/>
          <p:nvPr/>
        </p:nvSpPr>
        <p:spPr>
          <a:xfrm>
            <a:off x="9461500" y="37274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how</a:t>
            </a:r>
          </a:p>
        </p:txBody>
      </p:sp>
      <p:cxnSp>
        <p:nvCxnSpPr>
          <p:cNvPr id="10" name="화살표"/>
          <p:cNvCxnSpPr>
            <a:stCxn id="9" idx="0"/>
            <a:endCxn id="8" idx="2"/>
          </p:cNvCxnSpPr>
          <p:nvPr/>
        </p:nvCxnSpPr>
        <p:spPr>
          <a:xfrm flipH="1" flipV="1">
            <a:off x="9842500" y="3448050"/>
            <a:ext cx="0" cy="279400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견본: 점선 위"/>
          <p:cNvSpPr/>
          <p:nvPr/>
        </p:nvSpPr>
        <p:spPr>
          <a:xfrm>
            <a:off x="10350500" y="31559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why</a:t>
            </a:r>
          </a:p>
        </p:txBody>
      </p:sp>
      <p:sp>
        <p:nvSpPr>
          <p:cNvPr id="12" name="견본: 점선 아래"/>
          <p:cNvSpPr/>
          <p:nvPr/>
        </p:nvSpPr>
        <p:spPr>
          <a:xfrm>
            <a:off x="10350500" y="3727450"/>
            <a:ext cx="762000" cy="2921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1000" b="1">
                <a:solidFill>
                  <a:srgbClr val="1F2A2E"/>
                </a:solidFill>
                <a:latin typeface="Pretendard"/>
              </a:rPr>
              <a:t>how</a:t>
            </a:r>
          </a:p>
        </p:txBody>
      </p:sp>
      <p:cxnSp>
        <p:nvCxnSpPr>
          <p:cNvPr id="13" name="화살표 (점선: 부가적인 why)"/>
          <p:cNvCxnSpPr>
            <a:stCxn id="12" idx="0"/>
            <a:endCxn id="11" idx="2"/>
          </p:cNvCxnSpPr>
          <p:nvPr/>
        </p:nvCxnSpPr>
        <p:spPr>
          <a:xfrm flipH="1" flipV="1">
            <a:off x="10731500" y="3448050"/>
            <a:ext cx="0" cy="27940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98000" y="4076699"/>
            <a:ext cx="215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4A5568"/>
                </a:solidFill>
                <a:latin typeface="Pretendard"/>
              </a:rPr>
              <a:t>실선: 가장 중요한 why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4A5568"/>
                </a:solidFill>
                <a:latin typeface="Pretendard"/>
              </a:rPr>
              <a:t>점선: 부가적인 why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00" y="254000"/>
            <a:ext cx="190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F6B4F"/>
                </a:solidFill>
                <a:latin typeface="Pretendard"/>
              </a:rPr>
              <a:t>WhyTree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1249" y="50800"/>
            <a:ext cx="9525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이름 또는 별명</a:t>
            </a:r>
          </a:p>
        </p:txBody>
      </p:sp>
      <p:sp>
        <p:nvSpPr>
          <p:cNvPr id="4" name="입력: 이름 또는 별명"/>
          <p:cNvSpPr/>
          <p:nvPr/>
        </p:nvSpPr>
        <p:spPr>
          <a:xfrm>
            <a:off x="8413749" y="0"/>
            <a:ext cx="1905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rgbClr val="1F2A2E"/>
                </a:solidFill>
                <a:latin typeface="Pretendard"/>
              </a:rPr>
              <a:t>김지원</a:t>
            </a:r>
            <a:endParaRPr sz="1300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41171" y="81331"/>
            <a:ext cx="353827" cy="1929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A7179"/>
                </a:solidFill>
                <a:latin typeface="Pretendard"/>
              </a:rPr>
              <a:t>날짜</a:t>
            </a:r>
          </a:p>
        </p:txBody>
      </p:sp>
      <p:sp>
        <p:nvSpPr>
          <p:cNvPr id="6" name="입력: 날짜"/>
          <p:cNvSpPr/>
          <p:nvPr/>
        </p:nvSpPr>
        <p:spPr>
          <a:xfrm>
            <a:off x="10795000" y="0"/>
            <a:ext cx="1397000" cy="355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dirty="0">
                <a:solidFill>
                  <a:srgbClr val="1F2A2E"/>
                </a:solidFill>
                <a:latin typeface="Pretendard"/>
              </a:rPr>
              <a:t>2026-</a:t>
            </a:r>
            <a:r>
              <a:rPr lang="en-US" sz="1300" dirty="0">
                <a:solidFill>
                  <a:srgbClr val="1F2A2E"/>
                </a:solidFill>
                <a:latin typeface="Pretendard"/>
              </a:rPr>
              <a:t>10</a:t>
            </a:r>
            <a:r>
              <a:rPr sz="1300" dirty="0">
                <a:solidFill>
                  <a:srgbClr val="1F2A2E"/>
                </a:solidFill>
                <a:latin typeface="Pretendard"/>
              </a:rPr>
              <a:t>-</a:t>
            </a:r>
            <a:r>
              <a:rPr lang="en-US" sz="1300" dirty="0">
                <a:solidFill>
                  <a:srgbClr val="1F2A2E"/>
                </a:solidFill>
                <a:latin typeface="Pretendard"/>
              </a:rPr>
              <a:t>27</a:t>
            </a:r>
            <a:endParaRPr sz="1300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8500" y="952500"/>
            <a:ext cx="5715000" cy="263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500" b="1" dirty="0">
                <a:solidFill>
                  <a:srgbClr val="2F6B4F"/>
                </a:solidFill>
                <a:latin typeface="Pretendard"/>
              </a:rPr>
              <a:t>초대 기반 독서모임 전용 공간의 </a:t>
            </a:r>
            <a:r>
              <a:rPr lang="en-US" altLang="ko-KR" sz="1500" b="1" dirty="0" err="1">
                <a:solidFill>
                  <a:srgbClr val="2F6B4F"/>
                </a:solidFill>
                <a:latin typeface="Pretendard"/>
              </a:rPr>
              <a:t>WhyTree</a:t>
            </a:r>
            <a:endParaRPr sz="1500" b="1" dirty="0">
              <a:solidFill>
                <a:srgbClr val="2F6B4F"/>
              </a:solidFill>
              <a:latin typeface="Pretendard"/>
            </a:endParaRPr>
          </a:p>
        </p:txBody>
      </p:sp>
      <p:sp>
        <p:nvSpPr>
          <p:cNvPr id="101" name="why: 삶의 방향 세우기"/>
          <p:cNvSpPr/>
          <p:nvPr/>
        </p:nvSpPr>
        <p:spPr>
          <a:xfrm>
            <a:off x="5554980" y="160020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삶의 방향 세우기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2" name="why: 좋은 취미 갖기"/>
          <p:cNvSpPr/>
          <p:nvPr/>
        </p:nvSpPr>
        <p:spPr>
          <a:xfrm>
            <a:off x="5554980" y="246888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좋은 취미 갖기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3" name="new: 여행"/>
          <p:cNvSpPr/>
          <p:nvPr/>
        </p:nvSpPr>
        <p:spPr>
          <a:xfrm>
            <a:off x="8663940" y="246888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여행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4" name="new: 영화"/>
          <p:cNvSpPr/>
          <p:nvPr/>
        </p:nvSpPr>
        <p:spPr>
          <a:xfrm>
            <a:off x="10309860" y="246888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영화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5" name="why: 풍부한 감상"/>
          <p:cNvSpPr/>
          <p:nvPr/>
        </p:nvSpPr>
        <p:spPr>
          <a:xfrm>
            <a:off x="2674620" y="333756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풍부한 감상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6" name="why: 독서를 지속하는 재미"/>
          <p:cNvSpPr/>
          <p:nvPr/>
        </p:nvSpPr>
        <p:spPr>
          <a:xfrm>
            <a:off x="8481060" y="333756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독서를 지속하는 재미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7" name="why: 편하게 속마음 나누기"/>
          <p:cNvSpPr/>
          <p:nvPr/>
        </p:nvSpPr>
        <p:spPr>
          <a:xfrm>
            <a:off x="205739" y="425196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편하게 속마음 나누기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8" name="why: 다양한 소감을 나누기"/>
          <p:cNvSpPr/>
          <p:nvPr/>
        </p:nvSpPr>
        <p:spPr>
          <a:xfrm>
            <a:off x="1851660" y="425196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다양한 소감을 나누기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09" name="new: 모임 대화 AI 요약"/>
          <p:cNvSpPr/>
          <p:nvPr/>
        </p:nvSpPr>
        <p:spPr>
          <a:xfrm>
            <a:off x="3429000" y="4251960"/>
            <a:ext cx="146304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모임 대화 AI 요약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0" name="why: 해야 할 이야기는 다 하고 오기"/>
          <p:cNvSpPr/>
          <p:nvPr/>
        </p:nvSpPr>
        <p:spPr>
          <a:xfrm>
            <a:off x="5143500" y="425196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해야 할 이야기는 다 하고 오기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1" name="why: 발제 준비 부담 줄이기"/>
          <p:cNvSpPr/>
          <p:nvPr/>
        </p:nvSpPr>
        <p:spPr>
          <a:xfrm>
            <a:off x="6789420" y="425196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3E4C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발제 준비 부담 줄이기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2" name="new: 함께 읽기 진도 리마인드"/>
          <p:cNvSpPr/>
          <p:nvPr/>
        </p:nvSpPr>
        <p:spPr>
          <a:xfrm>
            <a:off x="10126980" y="425196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F6B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altLang="en-US" sz="1300" b="1" dirty="0">
                <a:solidFill>
                  <a:srgbClr val="1F2A2E"/>
                </a:solidFill>
                <a:latin typeface="Pretendard"/>
              </a:rPr>
              <a:t>함께 읽기 진도 리마인드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3" name="seed: 초대제 공간"/>
          <p:cNvSpPr/>
          <p:nvPr/>
        </p:nvSpPr>
        <p:spPr>
          <a:xfrm>
            <a:off x="205739" y="530352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 dirty="0">
                <a:solidFill>
                  <a:srgbClr val="1F2A2E"/>
                </a:solidFill>
                <a:latin typeface="Pretendard"/>
              </a:rPr>
              <a:t>초대제 공간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4" name="seed: 밑줄 문장 공유"/>
          <p:cNvSpPr/>
          <p:nvPr/>
        </p:nvSpPr>
        <p:spPr>
          <a:xfrm>
            <a:off x="1851660" y="530352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 dirty="0">
                <a:solidFill>
                  <a:srgbClr val="1F2A2E"/>
                </a:solidFill>
                <a:latin typeface="Pretendard"/>
              </a:rPr>
              <a:t>밑줄 문장 공유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5" name="seed: AI 발제 질문"/>
          <p:cNvSpPr/>
          <p:nvPr/>
        </p:nvSpPr>
        <p:spPr>
          <a:xfrm>
            <a:off x="5966460" y="530352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 dirty="0">
                <a:solidFill>
                  <a:srgbClr val="1F2A2E"/>
                </a:solidFill>
                <a:latin typeface="Pretendard"/>
              </a:rPr>
              <a:t>AI 발제 질문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6" name="seed: 다음 책 추천"/>
          <p:cNvSpPr/>
          <p:nvPr/>
        </p:nvSpPr>
        <p:spPr>
          <a:xfrm>
            <a:off x="7749540" y="530352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 dirty="0">
                <a:solidFill>
                  <a:srgbClr val="1F2A2E"/>
                </a:solidFill>
                <a:latin typeface="Pretendard"/>
              </a:rPr>
              <a:t>다음 책 추천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sp>
        <p:nvSpPr>
          <p:cNvPr id="117" name="seed: 취향 설문"/>
          <p:cNvSpPr/>
          <p:nvPr/>
        </p:nvSpPr>
        <p:spPr>
          <a:xfrm>
            <a:off x="9212580" y="5303520"/>
            <a:ext cx="1325880" cy="512064"/>
          </a:xfrm>
          <a:prstGeom prst="roundRect">
            <a:avLst>
              <a:gd name="adj" fmla="val 6000"/>
            </a:avLst>
          </a:prstGeom>
          <a:solidFill>
            <a:srgbClr val="F6EBDD"/>
          </a:solidFill>
          <a:ln w="31750">
            <a:solidFill>
              <a:srgbClr val="C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ko-KR" sz="1300" b="1" dirty="0">
                <a:solidFill>
                  <a:srgbClr val="1F2A2E"/>
                </a:solidFill>
                <a:latin typeface="Pretendard"/>
              </a:rPr>
              <a:t>취향 설문</a:t>
            </a:r>
            <a:endParaRPr sz="1300" b="1" dirty="0">
              <a:solidFill>
                <a:srgbClr val="1F2A2E"/>
              </a:solidFill>
              <a:latin typeface="Pretendard"/>
            </a:endParaRPr>
          </a:p>
        </p:txBody>
      </p:sp>
      <p:cxnSp>
        <p:nvCxnSpPr>
          <p:cNvPr id="118" name="화살표"/>
          <p:cNvCxnSpPr>
            <a:stCxn id="102" idx="0"/>
            <a:endCxn id="101" idx="2"/>
          </p:cNvCxnSpPr>
          <p:nvPr/>
        </p:nvCxnSpPr>
        <p:spPr>
          <a:xfrm flipV="1">
            <a:off x="6217920" y="2112264"/>
            <a:ext cx="0" cy="35661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화살표"/>
          <p:cNvCxnSpPr>
            <a:stCxn id="103" idx="0"/>
            <a:endCxn id="101" idx="2"/>
          </p:cNvCxnSpPr>
          <p:nvPr/>
        </p:nvCxnSpPr>
        <p:spPr>
          <a:xfrm flipH="1" flipV="1">
            <a:off x="6217920" y="2112264"/>
            <a:ext cx="3108959" cy="35661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화살표"/>
          <p:cNvCxnSpPr>
            <a:stCxn id="104" idx="0"/>
            <a:endCxn id="101" idx="2"/>
          </p:cNvCxnSpPr>
          <p:nvPr/>
        </p:nvCxnSpPr>
        <p:spPr>
          <a:xfrm flipH="1" flipV="1">
            <a:off x="6217920" y="2112264"/>
            <a:ext cx="4754880" cy="35661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화살표"/>
          <p:cNvCxnSpPr>
            <a:stCxn id="105" idx="0"/>
            <a:endCxn id="102" idx="2"/>
          </p:cNvCxnSpPr>
          <p:nvPr/>
        </p:nvCxnSpPr>
        <p:spPr>
          <a:xfrm flipV="1">
            <a:off x="3337560" y="2980944"/>
            <a:ext cx="2880360" cy="35661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화살표"/>
          <p:cNvCxnSpPr>
            <a:stCxn id="106" idx="0"/>
            <a:endCxn id="102" idx="2"/>
          </p:cNvCxnSpPr>
          <p:nvPr/>
        </p:nvCxnSpPr>
        <p:spPr>
          <a:xfrm flipH="1" flipV="1">
            <a:off x="6217920" y="2980944"/>
            <a:ext cx="2926080" cy="35661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화살표"/>
          <p:cNvCxnSpPr>
            <a:stCxn id="107" idx="0"/>
            <a:endCxn id="105" idx="2"/>
          </p:cNvCxnSpPr>
          <p:nvPr/>
        </p:nvCxnSpPr>
        <p:spPr>
          <a:xfrm flipV="1">
            <a:off x="868680" y="3849624"/>
            <a:ext cx="2468880" cy="40233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화살표"/>
          <p:cNvCxnSpPr>
            <a:stCxn id="108" idx="0"/>
            <a:endCxn id="105" idx="2"/>
          </p:cNvCxnSpPr>
          <p:nvPr/>
        </p:nvCxnSpPr>
        <p:spPr>
          <a:xfrm flipV="1">
            <a:off x="2514600" y="3849624"/>
            <a:ext cx="822959" cy="40233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화살표"/>
          <p:cNvCxnSpPr>
            <a:stCxn id="109" idx="0"/>
            <a:endCxn id="105" idx="2"/>
          </p:cNvCxnSpPr>
          <p:nvPr/>
        </p:nvCxnSpPr>
        <p:spPr>
          <a:xfrm flipH="1" flipV="1">
            <a:off x="3337560" y="3849624"/>
            <a:ext cx="822959" cy="40233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화살표"/>
          <p:cNvCxnSpPr>
            <a:stCxn id="110" idx="0"/>
            <a:endCxn id="105" idx="2"/>
          </p:cNvCxnSpPr>
          <p:nvPr/>
        </p:nvCxnSpPr>
        <p:spPr>
          <a:xfrm flipH="1" flipV="1">
            <a:off x="3337560" y="3849624"/>
            <a:ext cx="2468879" cy="40233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화살표"/>
          <p:cNvCxnSpPr>
            <a:stCxn id="111" idx="0"/>
            <a:endCxn id="106" idx="2"/>
          </p:cNvCxnSpPr>
          <p:nvPr/>
        </p:nvCxnSpPr>
        <p:spPr>
          <a:xfrm flipV="1">
            <a:off x="7452360" y="3849624"/>
            <a:ext cx="1691639" cy="40233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화살표"/>
          <p:cNvCxnSpPr>
            <a:stCxn id="112" idx="0"/>
            <a:endCxn id="106" idx="2"/>
          </p:cNvCxnSpPr>
          <p:nvPr/>
        </p:nvCxnSpPr>
        <p:spPr>
          <a:xfrm flipH="1" flipV="1">
            <a:off x="9144000" y="3849624"/>
            <a:ext cx="1645920" cy="402336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화살표"/>
          <p:cNvCxnSpPr>
            <a:stCxn id="113" idx="0"/>
            <a:endCxn id="107" idx="2"/>
          </p:cNvCxnSpPr>
          <p:nvPr/>
        </p:nvCxnSpPr>
        <p:spPr>
          <a:xfrm flipV="1">
            <a:off x="868680" y="4764024"/>
            <a:ext cx="0" cy="53949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화살표"/>
          <p:cNvCxnSpPr>
            <a:stCxn id="114" idx="0"/>
            <a:endCxn id="108" idx="2"/>
          </p:cNvCxnSpPr>
          <p:nvPr/>
        </p:nvCxnSpPr>
        <p:spPr>
          <a:xfrm flipV="1">
            <a:off x="2514600" y="4764024"/>
            <a:ext cx="0" cy="53949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화살표 (점선: 부가적인 why)"/>
          <p:cNvCxnSpPr>
            <a:cxnSpLocks/>
            <a:stCxn id="114" idx="0"/>
            <a:endCxn id="110" idx="2"/>
          </p:cNvCxnSpPr>
          <p:nvPr/>
        </p:nvCxnSpPr>
        <p:spPr>
          <a:xfrm flipV="1">
            <a:off x="2514600" y="4764024"/>
            <a:ext cx="3291839" cy="539495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화살표"/>
          <p:cNvCxnSpPr>
            <a:stCxn id="115" idx="0"/>
            <a:endCxn id="111" idx="2"/>
          </p:cNvCxnSpPr>
          <p:nvPr/>
        </p:nvCxnSpPr>
        <p:spPr>
          <a:xfrm flipV="1">
            <a:off x="6629400" y="4764024"/>
            <a:ext cx="822960" cy="53949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화살표 (점선: 부가적인 why)"/>
          <p:cNvCxnSpPr>
            <a:cxnSpLocks/>
            <a:stCxn id="115" idx="0"/>
            <a:endCxn id="110" idx="2"/>
          </p:cNvCxnSpPr>
          <p:nvPr/>
        </p:nvCxnSpPr>
        <p:spPr>
          <a:xfrm flipH="1" flipV="1">
            <a:off x="5806440" y="4764024"/>
            <a:ext cx="822960" cy="539495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화살표"/>
          <p:cNvCxnSpPr>
            <a:stCxn id="116" idx="0"/>
            <a:endCxn id="106" idx="2"/>
          </p:cNvCxnSpPr>
          <p:nvPr/>
        </p:nvCxnSpPr>
        <p:spPr>
          <a:xfrm flipV="1">
            <a:off x="8412480" y="3849624"/>
            <a:ext cx="731520" cy="145389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화살표"/>
          <p:cNvCxnSpPr>
            <a:stCxn id="117" idx="0"/>
            <a:endCxn id="106" idx="2"/>
          </p:cNvCxnSpPr>
          <p:nvPr/>
        </p:nvCxnSpPr>
        <p:spPr>
          <a:xfrm flipH="1" flipV="1">
            <a:off x="9144000" y="3849624"/>
            <a:ext cx="731520" cy="1453895"/>
          </a:xfrm>
          <a:prstGeom prst="line">
            <a:avLst/>
          </a:prstGeom>
          <a:ln w="22225">
            <a:solidFill>
              <a:srgbClr val="7FA0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화살표 (점선: 부가적인 why)"/>
          <p:cNvCxnSpPr>
            <a:cxnSpLocks/>
            <a:stCxn id="109" idx="1"/>
            <a:endCxn id="108" idx="3"/>
          </p:cNvCxnSpPr>
          <p:nvPr/>
        </p:nvCxnSpPr>
        <p:spPr>
          <a:xfrm flipH="1">
            <a:off x="3177539" y="4507992"/>
            <a:ext cx="251460" cy="0"/>
          </a:xfrm>
          <a:prstGeom prst="line">
            <a:avLst/>
          </a:prstGeom>
          <a:ln w="22225">
            <a:solidFill>
              <a:srgbClr val="7FA08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201</Words>
  <Application>Microsoft Office PowerPoint</Application>
  <PresentationFormat>와이드스크린</PresentationFormat>
  <Paragraphs>35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지원 김</cp:lastModifiedBy>
  <cp:revision>5</cp:revision>
  <dcterms:created xsi:type="dcterms:W3CDTF">2013-01-27T09:14:16Z</dcterms:created>
  <dcterms:modified xsi:type="dcterms:W3CDTF">2026-10-27T13:21:30Z</dcterms:modified>
  <cp:category/>
</cp:coreProperties>
</file>